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128016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consent-aware engine. Three products for the physicians and pharma teams Impiricus already serves.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Mirror  ·  Doctor Connect  ·  Ledger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HackGT 13  ·  Impiricus Challenge + Social Good Track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Guesses — Confirmed With Impiricus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538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53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doctor-to-doctor connection exists on their platform today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5117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33172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NPI data is always usable; interaction data can be doctor-anonymized on request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4FAF9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6484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42900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data type added to a pharma client's view requires manual, ad-hoc back-and-forth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745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2628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DocUpdate Network has no eligibility criteria — it's small only because it's never been marketed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directly by Impiricus's own team — not assumptions.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UNIFYING INSIGHT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problems. One computation.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 structured, consent-tagged states → compute the delta or similarity → explain it in plain language → flag anything that crosses a threshold.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1D3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3063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Mirror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063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prescribing pattern  vs.  specialty peer benchmark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guideline-adherence gap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1D3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069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Connect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0690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practice profile  vs.  other opted-in doctors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4069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peer worth consulting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1D3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5074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5074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data schema v1  vs.  proposed schema v2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5074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compliance-relevant change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Consent-Aware Data Layer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doctor is one profile object. Every product reads the same two flags — nobody re-implements consent logic.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329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DoctorProfile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749040" cy="713232"/>
          </a:xfrm>
          <a:prstGeom prst="roundRect">
            <a:avLst>
              <a:gd name="adj" fmla="val 6410"/>
            </a:avLst>
          </a:prstGeom>
          <a:solidFill>
            <a:srgbClr val="F4FA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95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npi_public_data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87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specialty, region — always usable, no gate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3749040" cy="713232"/>
          </a:xfrm>
          <a:prstGeom prst="roundRect">
            <a:avLst>
              <a:gd name="adj" fmla="val 6410"/>
            </a:avLst>
          </a:prstGeom>
          <a:solidFill>
            <a:srgbClr val="F4FA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118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interaction_data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4107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prescribing pattern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3749040" cy="713232"/>
          </a:xfrm>
          <a:prstGeom prst="roundRect">
            <a:avLst>
              <a:gd name="adj" fmla="val 641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9410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consent_state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336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“attributable” or “anonymized” — doctor's choice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709160"/>
            <a:ext cx="3749040" cy="713232"/>
          </a:xfrm>
          <a:prstGeom prst="roundRect">
            <a:avLst>
              <a:gd name="adj" fmla="val 6410"/>
            </a:avLst>
          </a:prstGeom>
          <a:solidFill>
            <a:srgbClr val="1D3A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764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state_ruleset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0566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lookup, not hardcoded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0" y="1645920"/>
            <a:ext cx="6126480" cy="1051560"/>
          </a:xfrm>
          <a:prstGeom prst="roundRect">
            <a:avLst>
              <a:gd name="adj" fmla="val 6087"/>
            </a:avLst>
          </a:prstGeom>
          <a:solidFill>
            <a:srgbClr val="F4FA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715000" y="17556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Mirror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2148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vs. peer benchmark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486400" y="2880360"/>
            <a:ext cx="6126480" cy="1051560"/>
          </a:xfrm>
          <a:prstGeom prst="roundRect">
            <a:avLst>
              <a:gd name="adj" fmla="val 6087"/>
            </a:avLst>
          </a:prstGeom>
          <a:solidFill>
            <a:srgbClr val="F4FA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15000" y="2990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Connect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3383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vs. opted-in peers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486400" y="4114800"/>
            <a:ext cx="6126480" cy="1051560"/>
          </a:xfrm>
          <a:prstGeom prst="roundRect">
            <a:avLst>
              <a:gd name="adj" fmla="val 6087"/>
            </a:avLst>
          </a:prstGeom>
          <a:solidFill>
            <a:srgbClr val="F4FAF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15000" y="42245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715000" y="4617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vs. prior schema version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1 — FULL POLISH, PRIMARY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Mirror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sees their own prescribing pattern vs. specialty peers — guideline-level, never a branded drug.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Spark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trigger, no delivery, nothing sent to anyone — a mirror the doctor opts into, not a channel Impiricus pushes through.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78808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61688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used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61688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(public) + aggregate Part D prescribing pattern, respecting the doctor's existing anonymization choice.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08976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discipline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91856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drug-class / guideline level — never a branded drug. Non-negotiable, in every screen.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2 — CO-LEAD, FULLY BUILT CONSULT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Connect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by design — prevention, not detection.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671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pre-send filter (detection)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free text before delivery. Has a false-negative rate by definition — language is infinite, no filter catches every phrasing. Useful as a backup layer, not sufficient alone.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671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input (prevention)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7432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pre-set drug classes, age ranges, and comorbidity tags are selectable. The vocabulary of what can be said doesn't include patient-identifying content — a structural guarantee, not a probabilistic 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329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5262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claiming 100% risk elimination — no system with any doctor input honestly can. We're claiming a materially different risk profile: no free-text authorship of the question, no attachments, and a thin filter only on the one small optional field that remains.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Categorical Workflow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AF9"/>
          </a:solidFill>
          <a:ln/>
        </p:spPr>
      </p:sp>
      <p:sp>
        <p:nvSpPr>
          <p:cNvPr id="4" name="Shape 2"/>
          <p:cNvSpPr/>
          <p:nvPr/>
        </p:nvSpPr>
        <p:spPr>
          <a:xfrm>
            <a:off x="1595628" y="1216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95628" y="1216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/ therapeutic area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dropdown — e.g. “GLP-1 receptor agonists”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AF9"/>
          </a:solidFill>
          <a:ln/>
        </p:spPr>
      </p:sp>
      <p:sp>
        <p:nvSpPr>
          <p:cNvPr id="9" name="Shape 7"/>
          <p:cNvSpPr/>
          <p:nvPr/>
        </p:nvSpPr>
        <p:spPr>
          <a:xfrm>
            <a:off x="4384548" y="1216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4548" y="1216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type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list — dosing, side effects, interactions, switching,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A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173468" y="1216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3468" y="1216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bracket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 only — never an exact 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15400" y="10515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2388" y="12161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62388" y="1216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Comorbidity tags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checklist — never free text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8803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assembles the question — the doctor reviews and confirms, never authors it: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32918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peers approach GLP-1 titration in adult patients (40–65) with stage 3–4 renal impairment?”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519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becomes a reusable, searchable knowledge artifact — the next doctor with a similar drug/population/comorbidity combination finds a prior answer without needing a live match.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8920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Off-Platform: Double Opt-In Handoff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49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doctor can request to continue the conversation — contact info is revealed only if BOTH independently confirm. A clear disclosure is shown first: conversations off-platform are not monitored by Impiricus, and each doctor's own professional obligations continue to apply.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3 — INTERNAL-ONLY, LIGHTER 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git-style diff for pharma data-sharing agreements — replacing ad hoc back-and-forth with structured review.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confirmed pain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data type added to a pharma client's view today requires manual, ad-hoc back-and-forth — stated directly by Impiricus.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78808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61688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61688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schema addition generates a structured diff, with flags citing the specific rule that tripped — e.g. “crosses the anonymization boundary.”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08976" y="219456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2377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down, on purpose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91856" y="2926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Internal-only tonight — Impiricus's own compliance team reviews. A pharma-facing portal is the natural v2, not built yet.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Rubric Axis Left Uncovered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Impiricus rubric: impact on the HCP, originality, technical execution, commercial fit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03120" cy="777240"/>
          </a:xfrm>
          <a:prstGeom prst="rect">
            <a:avLst/>
          </a:prstGeom>
          <a:solidFill>
            <a:srgbClr val="13293D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0876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508760"/>
            <a:ext cx="3017520" cy="777240"/>
          </a:xfrm>
          <a:prstGeom prst="rect">
            <a:avLst/>
          </a:prstGeom>
          <a:solidFill>
            <a:srgbClr val="13293D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61488" y="150876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Mirror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3017520" cy="777240"/>
          </a:xfrm>
          <a:prstGeom prst="rect">
            <a:avLst/>
          </a:prstGeom>
          <a:solidFill>
            <a:srgbClr val="13293D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79008" y="150876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Connect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1508760"/>
            <a:ext cx="3017520" cy="777240"/>
          </a:xfrm>
          <a:prstGeom prst="rect">
            <a:avLst/>
          </a:prstGeom>
          <a:solidFill>
            <a:srgbClr val="13293D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96528" y="150876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28600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impact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51760" y="228600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61488" y="228600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228600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79008" y="228600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0" y="228600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96528" y="228600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21031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06324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51760" y="306324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61488" y="30632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306324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79008" y="30632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gap, no owner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0" y="306324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96528" y="30632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gap, no owner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84048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51760" y="384048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61488" y="38404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Consent-aware matching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0" y="384048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79008" y="38404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+ reasoning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686800" y="384048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96528" y="38404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+ cited flags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617720"/>
            <a:ext cx="21031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4617720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fit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651760" y="461772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61488" y="461772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affairs interest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0" y="461772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79008" y="461772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stated gap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686800" y="4617720"/>
            <a:ext cx="3017520" cy="777240"/>
          </a:xfrm>
          <a:prstGeom prst="rect">
            <a:avLst/>
          </a:prstGeom>
          <a:solidFill>
            <a:srgbClr val="F4FAF9"/>
          </a:solidFill>
          <a:ln w="6350">
            <a:solidFill>
              <a:srgbClr val="DCEA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96528" y="461772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operational bottleneck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90-Second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136245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136245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insight first: “one consent-aware engine, three products”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213969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08760" y="213969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shared DoctorProfile object with its consent-boundary badges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291693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291693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Mirror: prescribing pattern vs. peer benchmark, one gap flagged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0160" y="369417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69417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Connect: assemble a categorical question, get a matched peer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80160" y="4471416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4FA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508760" y="447141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Ledger: a proposed schema change, a diff, one flag citing its rule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0" y="6510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D3A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65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delta → explain → flag pipeline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30168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D3A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67328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767328" y="1965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DoctorProfile + DataSchema versions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37376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D3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74536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Vultr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1965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re-checks for Ledger flags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44584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D3A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81744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diff-match-patch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381744" y="1965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Line-level diff rendering for Ledger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520440"/>
            <a:ext cx="10332720" cy="18288"/>
          </a:xfrm>
          <a:prstGeom prst="rect">
            <a:avLst/>
          </a:prstGeom>
          <a:solidFill>
            <a:srgbClr val="2A4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confirmed gaps. One engine. Zero patient data.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519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doesn't compete with Spark — it fills the gaps Spark was never built to fill.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— HackGT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2026-09-26T18:37:00Z</dcterms:created>
  <dcterms:modified xsi:type="dcterms:W3CDTF">2026-09-26T18:37:00Z</dcterms:modified>
</cp:coreProperties>
</file>